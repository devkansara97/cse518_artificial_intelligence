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99AB-84E6-95AC-9349-3BF7F11A7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44BA0-0FC0-1FE1-AAAB-EF6323FF5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C3859-B9CC-F3E9-51C3-49CD3103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97C6-42DA-A6FC-5EFD-EF51004F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CB81E-02D5-8889-E83B-6766DBE4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385C-F0BE-507B-7814-134E357C8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38BB-B644-6561-CC9E-C5B3120D3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D66D-65D7-E701-E6AC-CD0AF370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7B024-E953-F055-A900-3F98EC7D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E6A46-593D-E95B-ADDD-7FE3220F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12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6F2E-E4EF-E1C3-F325-26A03288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5FC8A-2982-5424-9DA7-62ECAB55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68922-9597-B4CF-0969-572820B0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2AC2A-4CB2-4839-6C3A-CA0F98EB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EDB78-E77B-EE8D-7CAB-1B0C9100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54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5C31-A266-9F65-A678-D508C146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5A32-A054-FF88-EEF9-98783816C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7245B-11E5-CF5E-E0CF-0774A37C0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9574F-9519-6CB3-3466-E7184C4B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99AC7-EC3A-96DC-E6FB-898A9189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56A3B-4898-41FD-0E36-1E959504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56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DA46-880B-6805-A591-2C264280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C8A15-0624-3463-6DA8-E9D3B4C62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AEAEA-3082-2DE7-0510-DCF01804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20B5D-C25B-CBD5-9160-974B6588E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78FC0-9253-9778-7678-765777FC5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2FEB9-B2B5-F5E9-9CF5-E5BF5482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50A50-7535-38E3-63C4-2E22D15B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9E86-C498-BC42-6E05-9284BA05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4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A300-1653-8B75-AC8F-0FF67EDE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6EAEA0-C516-01A4-4932-694391AC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2FF20-472B-BC3D-86CC-3C01AD6C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BF5BB-FF3A-CFFA-039E-F0997675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33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9C733-FBFB-E4A6-6B49-15CF88701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26B90-D866-946C-A0AC-060ABBDD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A0412-80FC-E28A-235E-BC9831EF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9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A31A-DBD0-A77A-345D-405259CD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388D-B2A7-6516-375C-D421DBA74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A6E47-7E95-60F1-6523-7C3F54C44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855D-2C09-E8AC-EAB5-EF951D40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22E30-1039-A1B9-E528-0876E173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4E49C-C38C-25FF-9FEA-6D75B518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75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95CE-3683-CB98-E712-7D98C33B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988C3-98AB-0536-FA9B-1CF486804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09639-C9D7-6D86-B4CF-65E70C424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45898-C7EB-F06D-E408-EF3D9F6C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B9510-AECE-8367-3B6A-DDCFE4E1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1DA6F-1791-24B1-1EC9-678FA4E2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4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3C58-8FB1-DD03-7D93-2D2B88C7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DF5D7-2DD4-59E7-509B-AA13924EB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E2750-4C42-3AD4-DA15-731DEEA1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590F3-6016-EB63-72C2-1418F1D8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6F2E-7ABF-D543-31C3-F78A3911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36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70E42-FB23-74AF-E5D0-8AB0AB101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E921E-38EE-4A53-9B22-18B9FF3E8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63FD-C953-DD2D-98A6-C3B9710D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EEEA-2695-C3C1-EC0A-FC2F782F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8909-5D34-E696-5C72-C5F55EA3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2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38DCD-4C61-B368-431B-0CE7BA13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2F627-2891-48C1-E528-AC6626865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DFF7B-95C7-A0CC-699D-2911BA22B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86298-96F6-49FF-885C-09AA2548E2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65F7-C7D3-F204-3661-0FCAEBDFA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D9F1C-C7D7-8DEB-A422-9894D90F0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32276-E48A-45F1-92BC-502B84E3EF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84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0273-FD9B-A1C2-1445-0EE70470A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627"/>
            <a:ext cx="9144000" cy="981740"/>
          </a:xfrm>
        </p:spPr>
        <p:txBody>
          <a:bodyPr/>
          <a:lstStyle/>
          <a:p>
            <a:r>
              <a:rPr lang="en-US" dirty="0"/>
              <a:t>Reflex Decision Tree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620A3-68A0-FED5-E723-62BE05586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" t="6704" r="4887" b="24515"/>
          <a:stretch>
            <a:fillRect/>
          </a:stretch>
        </p:blipFill>
        <p:spPr>
          <a:xfrm>
            <a:off x="2866103" y="1209367"/>
            <a:ext cx="6459794" cy="542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8098323-3E8E-F2AA-15BF-44D70F4A0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66445" b="1039"/>
          <a:stretch>
            <a:fillRect/>
          </a:stretch>
        </p:blipFill>
        <p:spPr>
          <a:xfrm>
            <a:off x="501087" y="3726427"/>
            <a:ext cx="3490805" cy="3057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369814-2172-1329-D800-D8C678802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45" b="48960"/>
          <a:stretch>
            <a:fillRect/>
          </a:stretch>
        </p:blipFill>
        <p:spPr>
          <a:xfrm>
            <a:off x="501088" y="0"/>
            <a:ext cx="3490805" cy="35002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001F9D-1C18-2277-281C-3F9226EE7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26" b="48960"/>
          <a:stretch>
            <a:fillRect/>
          </a:stretch>
        </p:blipFill>
        <p:spPr>
          <a:xfrm>
            <a:off x="4345589" y="0"/>
            <a:ext cx="3490805" cy="35002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BAE90A-64CC-AF8E-2A06-4CBAA723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67" r="66426" b="1208"/>
          <a:stretch>
            <a:fillRect/>
          </a:stretch>
        </p:blipFill>
        <p:spPr>
          <a:xfrm>
            <a:off x="4355420" y="3726427"/>
            <a:ext cx="3490805" cy="30578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E13E2DA-C744-50EE-5471-6984C2394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76" b="48674"/>
          <a:stretch>
            <a:fillRect/>
          </a:stretch>
        </p:blipFill>
        <p:spPr>
          <a:xfrm>
            <a:off x="8111432" y="73741"/>
            <a:ext cx="3527229" cy="35199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980FA4-1BCC-513D-27E6-BA27F7BA2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36" r="66076" b="1039"/>
          <a:stretch>
            <a:fillRect/>
          </a:stretch>
        </p:blipFill>
        <p:spPr>
          <a:xfrm>
            <a:off x="8111433" y="3726427"/>
            <a:ext cx="3527229" cy="30578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AD50C7F-895C-3439-4AFC-7644EA104299}"/>
              </a:ext>
            </a:extLst>
          </p:cNvPr>
          <p:cNvSpPr/>
          <p:nvPr/>
        </p:nvSpPr>
        <p:spPr>
          <a:xfrm>
            <a:off x="668594" y="3429000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1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CBEBD6-8EC5-E5EF-0485-06DBC49A723C}"/>
              </a:ext>
            </a:extLst>
          </p:cNvPr>
          <p:cNvSpPr/>
          <p:nvPr/>
        </p:nvSpPr>
        <p:spPr>
          <a:xfrm>
            <a:off x="4576871" y="3428999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2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DF518F-C783-3BFB-339D-4D862F6F41C5}"/>
              </a:ext>
            </a:extLst>
          </p:cNvPr>
          <p:cNvSpPr/>
          <p:nvPr/>
        </p:nvSpPr>
        <p:spPr>
          <a:xfrm>
            <a:off x="8369308" y="3428998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8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A81F-A363-C374-A90F-C526C2AC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7D23048-3A21-2910-3FEE-E8EF22137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1"/>
          <a:stretch>
            <a:fillRect/>
          </a:stretch>
        </p:blipFill>
        <p:spPr>
          <a:xfrm>
            <a:off x="196646" y="117986"/>
            <a:ext cx="3500637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CC0013-8877-7131-2C31-BB2416AE1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2"/>
          <a:stretch>
            <a:fillRect/>
          </a:stretch>
        </p:blipFill>
        <p:spPr>
          <a:xfrm>
            <a:off x="4206753" y="117986"/>
            <a:ext cx="350063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121269-23B0-5B99-F196-4C329FECC8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2"/>
          <a:stretch>
            <a:fillRect/>
          </a:stretch>
        </p:blipFill>
        <p:spPr>
          <a:xfrm>
            <a:off x="8216862" y="117986"/>
            <a:ext cx="350063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E8A6F5-FECB-BEC9-144E-77771856373D}"/>
              </a:ext>
            </a:extLst>
          </p:cNvPr>
          <p:cNvSpPr/>
          <p:nvPr/>
        </p:nvSpPr>
        <p:spPr>
          <a:xfrm>
            <a:off x="668594" y="3429000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1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BDD41-F848-41D8-E46E-14FD8BF30F50}"/>
              </a:ext>
            </a:extLst>
          </p:cNvPr>
          <p:cNvSpPr/>
          <p:nvPr/>
        </p:nvSpPr>
        <p:spPr>
          <a:xfrm>
            <a:off x="4576871" y="3428999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2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B90AEA-0E53-F5E8-8A7C-7E1D79E7812A}"/>
              </a:ext>
            </a:extLst>
          </p:cNvPr>
          <p:cNvSpPr/>
          <p:nvPr/>
        </p:nvSpPr>
        <p:spPr>
          <a:xfrm>
            <a:off x="8369308" y="3428998"/>
            <a:ext cx="3401957" cy="297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92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49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Reflex Decision Tree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Kansara</dc:creator>
  <cp:lastModifiedBy>Dev Kansara</cp:lastModifiedBy>
  <cp:revision>9</cp:revision>
  <dcterms:created xsi:type="dcterms:W3CDTF">2025-11-18T13:45:21Z</dcterms:created>
  <dcterms:modified xsi:type="dcterms:W3CDTF">2025-11-18T15:17:30Z</dcterms:modified>
</cp:coreProperties>
</file>